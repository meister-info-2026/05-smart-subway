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3474720" cy="411480"/>
          </a:xfrm>
          <a:prstGeom prst="roundRect">
            <a:avLst/>
          </a:prstGeom>
          <a:solidFill>
            <a:srgbClr val="EBF5FF"/>
          </a:solidFill>
          <a:ln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64E0"/>
                </a:solidFill>
              </a:defRPr>
            </a:pPr>
            <a:r>
              <a:t>라즈베리파이 5 담당자를 위한 5분 입문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전선 배선 없이,</a:t>
            </a:r>
            <a:br/>
            <a:r>
              <a:t>통신부터 100% 성공하기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하드웨어 회로 연결이나 네트워크 지식이 전혀 없어도 괜찮습니다.</a:t>
            </a:r>
            <a:br/>
            <a:r>
              <a:t>백엔드와 화면에 글자(print)를 주고받으며 1분 만에 첫 연동 성공을 경험해보세요.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32918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✅ 쇼트 걱정 제로 (0%)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전선을 꽂지 않고 화면 출력만으로 검증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4297680"/>
            <a:ext cx="32918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✅ 1분 즉석 실행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test_connection.py 단 한 줄로 성공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297680"/>
            <a:ext cx="3291840" cy="16459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59669"/>
                </a:solidFill>
              </a:defRPr>
            </a:pPr>
            <a:r>
              <a:t>✅ Anthropic ELI5 모델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5세 아이도 이해하는 직관적 비유와 구조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02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우리는 무엇을 만들고 있나요?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지하철 중앙 관제 센터와 현장 객차 관리자의 친절한 대화입니다.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EBF5FF"/>
          </a:solidFill>
          <a:ln>
            <a:solidFill>
              <a:srgbClr val="006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064E0"/>
                </a:solidFill>
              </a:defRPr>
            </a:pPr>
            <a:r>
              <a:t>🏢 지하철 관제 센터 (백엔드+DB)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역할: 중앙 두뇌 (팀원 B 담당)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카메라(Vision)가 세어준 사람 수로 혼잡도(여유/보통/혼잡)를 계산합니다.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웹 대시보드 명령을 받아 'LED를 무슨 색으로 켤지' 지시판에 적어둡니다.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라즈베리파이가 결과를 보고하면 대시보드에 즉시 띄워줍니다.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59669"/>
                </a:solidFill>
              </a:defRPr>
            </a:pPr>
            <a:r>
              <a:t>🚆 객차 현장 관리자 (라즈베리파이 5)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역할: 현장 실행자 (내 역할!)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1초마다 관제 센터 지시판을 보러 갑니다: '지금 무슨 불 켤까요?'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지시를 확인하면 화면에 [초록불 🟢 켜짐!] 글자를 찍습니다.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관제탑에 무전을 칩니다: '지시대로 초록불 켰습니다!'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나중에 print문 자리에 실제 LED 전선만 꽂으면 완성됩니다.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THE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03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둘만의 비밀 통신 약속 3가지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이 3가지만 맞추면 백엔드 내부 코드를 몰라도 100% 통신됩니다.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① 친구네 집 주소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BACKEND_URL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백엔드가 켜진 PC의 IP 주소입니다.</a:t>
            </a:r>
            <a:br/>
            <a:r>
              <a:t>예: http://192.168.0.25:8000</a:t>
            </a:r>
            <a:br/>
            <a:br/>
            <a:r>
              <a:t>⚠️ localhost는 파이 자기 자신을 뜻하므로 사용할 수 없어요!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② 비밀 출입증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DEVICE_API_KEY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외부 침입자를 막는 우리 팀만의 암호입니다.</a:t>
            </a:r>
            <a:br/>
            <a:r>
              <a:t>예: SUBWAY_2026_09_05_v1_0_0</a:t>
            </a:r>
            <a:br/>
            <a:br/>
            <a:r>
              <a:t>글자 하나라도 틀리면 401 오류로 쫓겨납니다!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③ 장치 이름표</a:t>
            </a:r>
          </a:p>
          <a:p>
            <a:pPr>
              <a:defRPr sz="1400" b="1">
                <a:solidFill>
                  <a:srgbClr val="0F172A"/>
                </a:solidFill>
              </a:defRPr>
            </a:pPr>
            <a:r>
              <a:t>Device ID 목록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백엔드가 알고 있는 3가지 이름표입니다:</a:t>
            </a:r>
            <a:br/>
            <a:r>
              <a:t>• led_congestion (혼잡도 안내등)</a:t>
            </a:r>
            <a:br/>
            <a:r>
              <a:t>• motor_conveyor (배경 컨베이어)</a:t>
            </a:r>
            <a:br/>
            <a:r>
              <a:t>• sensor_seat_pressure (임산부석)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STEP 1: POLLING (GET)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04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1초마다 관제탑 지시판 열어보기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'국장님! 지금 LED 무슨 색 켜야 하나요?' 라고 백엔드에 묻는 과정입니다.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📬 우체통 열어보기 (GET 요청)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라즈베리파이는 공인 IP가 없어서 백엔드가 먼저 찾아올 수 없습니다.</a:t>
            </a:r>
            <a:br/>
            <a:r>
              <a:t>그래서 라즈베리파이가 1초마다 백엔드 우체통을 열어봅니다.</a:t>
            </a:r>
          </a:p>
          <a:p>
            <a:br/>
            <a:pPr>
              <a:defRPr sz="1300" b="1">
                <a:solidFill>
                  <a:srgbClr val="0064E0"/>
                </a:solidFill>
              </a:defRPr>
            </a:pPr>
            <a:r>
              <a:t>[호출 엔드포인트]</a:t>
            </a:r>
            <a:br/>
            <a:r>
              <a:t>GET /api/v1/devices/led_congestion/desired-state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📋 백엔드가 건네주는 쪽지 (JSON)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백엔드는 현재 목표 상태가 적힌 쪽지를 건네줍니다.</a:t>
            </a:r>
            <a:br/>
            <a:br/>
            <a:r>
              <a:t>{</a:t>
            </a:r>
            <a:br/>
            <a:r>
              <a:t>  'desired_state': 'on',</a:t>
            </a:r>
            <a:br/>
            <a:r>
              <a:t>  'desired_value': {</a:t>
            </a:r>
            <a:br/>
            <a:r>
              <a:t>    'color': 'GREEN',</a:t>
            </a:r>
            <a:br/>
            <a:r>
              <a:t>    'level': '여유'</a:t>
            </a:r>
            <a:br/>
            <a:r>
              <a:t>  }</a:t>
            </a:r>
            <a:br/>
            <a:r>
              <a:t>}</a:t>
            </a:r>
            <a:br/>
            <a:br/>
            <a:r>
              <a:t>👉 라즈베리파이는 이 쪽지를 보고 초록불을 켜기로 결심합니다!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STEP 2: REPORT (POST)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05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'명령 수행 완료!' 무전 치기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실제로 장치를 반영한 뒤 관제탑에 결과를 보고해야 대시보드가 안심합니다.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📡 무전 보고하기 (POST 요청)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명령대로 LED를 켰다면, 백엔드에 '초록불 켰습니다!' 하고 보고서를 전송합니다.</a:t>
            </a:r>
            <a:br/>
            <a:br/>
            <a:r>
              <a:t>이때 비밀 출입증(API 키) 도장을 반드시 찍어야 백엔드가 통과시켜 줍니다.</a:t>
            </a:r>
            <a:br/>
            <a:br/>
            <a:r>
              <a:t>[헤더 필수]</a:t>
            </a:r>
            <a:br/>
            <a:r>
              <a:t>X-Device-Api-Key: SUBWAY_2026_09_05_v1_0_0</a:t>
            </a:r>
            <a:br/>
            <a:br/>
            <a:r>
              <a:t>[전송 주소]</a:t>
            </a:r>
            <a:br/>
            <a:r>
              <a:t>POST /api/v1/devices/led_congestion/state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✨ 무전이 도착하면 일어나는 일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1. 백엔드가 보고를 받아 데이터베이스(DB)를 최신화합니다.</a:t>
            </a:r>
            <a:br/>
            <a:br/>
            <a:r>
              <a:t>2. WebSocket을 통해 웹 대시보드 화면에 즉시 방송(Broadcast)합니다.</a:t>
            </a:r>
            <a:br/>
            <a:br/>
            <a:r>
              <a:t>3. 대시보드의 지하철 혼잡도 안내등이 초록불로 반짝이며 확정 상태로 변경됩니다!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SAFE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06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전선 0개! 화면에 글자(print)로 흉내내기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통신도 안 되는데 전선부터 꽂으면 멘붕이 옵니다. 화면 글자로 100% 검증하세요!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1F2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E11D48"/>
                </a:solidFill>
              </a:defRPr>
            </a:pPr>
            <a:r>
              <a:t>❌ 초보자가 가장 많이 하는 실수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사자마자 빵판(브레드보드)에 전선 10개씩 꽂기</a:t>
            </a:r>
            <a:br/>
            <a:r>
              <a:t>• 3.3V 전원과 GND 합선(쇼트)으로 라즈베리파이 고장내기</a:t>
            </a:r>
            <a:br/>
            <a:r>
              <a:t>• 에러가 났을 때 배선 문제인지 네트워크 문제인지 알 수 없음</a:t>
            </a:r>
            <a:br/>
            <a:br/>
            <a:r>
              <a:t>👉 회로부터 만지면 디버깅이 10배 어려워집니다!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ECFDF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59669"/>
                </a:solidFill>
              </a:defRPr>
            </a:pPr>
            <a:r>
              <a:t>✅ ELI5 권장: Print문으로 먼저 성공하기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진짜 LED 전선을 꽂는 대신 화면에 글자를 찍습니다:</a:t>
            </a:r>
            <a:br/>
            <a:br/>
            <a:r>
              <a:t>if color == 'GREEN':</a:t>
            </a:r>
            <a:br/>
            <a:r>
              <a:t>    print('👉 [LED 흉내] 🟢 초록불 켜짐! (여유)')</a:t>
            </a:r>
            <a:br/>
            <a:r>
              <a:t>elif color == 'RED':</a:t>
            </a:r>
            <a:br/>
            <a:r>
              <a:t>    print('👉 [LED 흉내] 🔴 빨간불 켜짐! (혼잡)')</a:t>
            </a:r>
            <a:br/>
            <a:br/>
            <a:r>
              <a:t>👉 화면에 글자가 잘 찍히면, 나중에 print 자리에 딱 전선 2가닥만 꽂으면 끝납니다!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HANDS-ON (1 MINUTE)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07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1분 즉석 실행: test_connection.py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터미널을 열고 명령어 딱 한 줄만 입력하면 알록달록 성공 화면이 뜹니다.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4E0"/>
                </a:solidFill>
              </a:defRPr>
            </a:pPr>
            <a:r>
              <a:t>💻 실행 명령어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터미널을 열고 pi 폴더로 이동하여 실행하세요:</a:t>
            </a:r>
            <a:br/>
            <a:br/>
            <a:r>
              <a:t>cd pi</a:t>
            </a:r>
            <a:br/>
            <a:r>
              <a:t>python test_connection.py</a:t>
            </a:r>
            <a:br/>
            <a:br/>
            <a:r>
              <a:t>• requests 라이브러리만 있으면 동작합니다.</a:t>
            </a:r>
            <a:br/>
            <a:r>
              <a:t>• Ctrl+C 를 누르면 언제든지 멈춥니다.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🎉 정상 실행 시 화면 출력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[안내] 1단계: 백엔드 관제 센터에 노크해 봅니다...</a:t>
            </a:r>
            <a:br/>
            <a:r>
              <a:t>✅ 관제 센터 연결 성공! (상태: ok, 모드: mock)</a:t>
            </a:r>
            <a:br/>
            <a:br/>
            <a:r>
              <a:t>[안내] 혼잡도 LED 지시판을 확인합니다...</a:t>
            </a:r>
            <a:br/>
            <a:r>
              <a:t>✅ 지시 확인 완료! 목표 상태: [ON] / 🟢 GREEN</a:t>
            </a:r>
            <a:br/>
            <a:r>
              <a:t>👉 [하드웨어 흉내] 혼잡도 LED에 🟢 [GREEN] 불빛을 켰습니다!</a:t>
            </a:r>
            <a:br/>
            <a:r>
              <a:t>✅ 관제 센터에 'LED 불빛 반영 완료' 무전 보고 완료!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64E0"/>
                </a:solidFill>
              </a:defRPr>
            </a:pPr>
            <a:r>
              <a:t>META BRAND STYLE  |  BLAMELESS 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475569"/>
                </a:solidFill>
              </a:defRPr>
            </a:pPr>
            <a:r>
              <a:t>08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에러가 나도 당신 탓이 아닙니다! 3초 처방전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자주 발생하는 오류 3가지는 3초 만에 고칠 수 있습니다.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E11D48"/>
                </a:solidFill>
              </a:defRPr>
            </a:pPr>
            <a:r>
              <a:t>💡 연결 거부 (Refused)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[3초 처방전]</a:t>
            </a:r>
            <a:br/>
            <a:r>
              <a:t>백엔드 팀원에게 '백엔드 서버 켜져 있어?' 라고 물어보세요.</a:t>
            </a:r>
            <a:br/>
            <a:br/>
            <a:r>
              <a:t>백엔드 컴퓨터에서 uvicorn main:app --reload 가 실행 중이어야 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D97706"/>
                </a:solidFill>
              </a:defRPr>
            </a:pPr>
            <a:r>
              <a:t>💡 401 Unauthorized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[3초 처방전]</a:t>
            </a:r>
            <a:br/>
            <a:r>
              <a:t>비밀번호 불일치입니다!</a:t>
            </a:r>
            <a:br/>
            <a:br/>
            <a:r>
              <a:t>backend/.env와 pi/.env 파일의 DEVICE_API_KEY 글자가 똑같은지 복사해서 맞춥니다.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064E0"/>
                </a:solidFill>
              </a:defRPr>
            </a:pPr>
            <a:r>
              <a:t>💡 404 Not Found</a:t>
            </a:r>
          </a:p>
          <a:p>
            <a:br/>
            <a:pPr>
              <a:defRPr sz="1300">
                <a:solidFill>
                  <a:srgbClr val="0F172A"/>
                </a:solidFill>
              </a:defRPr>
            </a:pPr>
            <a:r>
              <a:t>[3초 처방전]</a:t>
            </a:r>
            <a:br/>
            <a:r>
              <a:t>장치 이름표 오타입니다!</a:t>
            </a:r>
            <a:br/>
            <a:br/>
            <a:r>
              <a:t>주소 끝에 led_congestion 또는 motor_conveyor 철자가 정확한지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